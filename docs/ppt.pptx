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886EAD-3DC3-4D12-91C1-94ABEB997DB6}" v="18" dt="2026-08-14T19:08:37.19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0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karapuchaithanya2005@gmail.com" userId="b8b82022873d0d3c" providerId="LiveId" clId="{217A95A6-7ACE-41C9-B93A-13691C9F210A}"/>
    <pc:docChg chg="undo redo custSel modSld">
      <pc:chgData name="akarapuchaithanya2005@gmail.com" userId="b8b82022873d0d3c" providerId="LiveId" clId="{217A95A6-7ACE-41C9-B93A-13691C9F210A}" dt="2026-08-14T19:08:37.197" v="758"/>
      <pc:docMkLst>
        <pc:docMk/>
      </pc:docMkLst>
      <pc:sldChg chg="modSp mod">
        <pc:chgData name="akarapuchaithanya2005@gmail.com" userId="b8b82022873d0d3c" providerId="LiveId" clId="{217A95A6-7ACE-41C9-B93A-13691C9F210A}" dt="2026-08-14T18:27:00.962" v="731" actId="20577"/>
        <pc:sldMkLst>
          <pc:docMk/>
          <pc:sldMk cId="0" sldId="256"/>
        </pc:sldMkLst>
        <pc:graphicFrameChg chg="mod modGraphic">
          <ac:chgData name="akarapuchaithanya2005@gmail.com" userId="b8b82022873d0d3c" providerId="LiveId" clId="{217A95A6-7ACE-41C9-B93A-13691C9F210A}" dt="2026-08-14T18:27:00.962" v="731" actId="20577"/>
          <ac:graphicFrameMkLst>
            <pc:docMk/>
            <pc:sldMk cId="0" sldId="256"/>
            <ac:graphicFrameMk id="7" creationId="{00000000-0000-0000-0000-000000000000}"/>
          </ac:graphicFrameMkLst>
        </pc:graphicFrameChg>
      </pc:sldChg>
      <pc:sldChg chg="addSp modSp mod">
        <pc:chgData name="akarapuchaithanya2005@gmail.com" userId="b8b82022873d0d3c" providerId="LiveId" clId="{217A95A6-7ACE-41C9-B93A-13691C9F210A}" dt="2026-08-14T18:28:56.247" v="753" actId="1076"/>
        <pc:sldMkLst>
          <pc:docMk/>
          <pc:sldMk cId="0" sldId="258"/>
        </pc:sldMkLst>
        <pc:spChg chg="mod">
          <ac:chgData name="akarapuchaithanya2005@gmail.com" userId="b8b82022873d0d3c" providerId="LiveId" clId="{217A95A6-7ACE-41C9-B93A-13691C9F210A}" dt="2026-08-14T18:28:43.116" v="750" actId="164"/>
          <ac:spMkLst>
            <pc:docMk/>
            <pc:sldMk cId="0" sldId="258"/>
            <ac:spMk id="5" creationId="{00000000-0000-0000-0000-000000000000}"/>
          </ac:spMkLst>
        </pc:spChg>
        <pc:spChg chg="mod">
          <ac:chgData name="akarapuchaithanya2005@gmail.com" userId="b8b82022873d0d3c" providerId="LiveId" clId="{217A95A6-7ACE-41C9-B93A-13691C9F210A}" dt="2026-08-14T18:28:43.116" v="750" actId="164"/>
          <ac:spMkLst>
            <pc:docMk/>
            <pc:sldMk cId="0" sldId="258"/>
            <ac:spMk id="6" creationId="{00000000-0000-0000-0000-000000000000}"/>
          </ac:spMkLst>
        </pc:spChg>
        <pc:spChg chg="mod">
          <ac:chgData name="akarapuchaithanya2005@gmail.com" userId="b8b82022873d0d3c" providerId="LiveId" clId="{217A95A6-7ACE-41C9-B93A-13691C9F210A}" dt="2026-08-14T18:28:43.116" v="750" actId="164"/>
          <ac:spMkLst>
            <pc:docMk/>
            <pc:sldMk cId="0" sldId="258"/>
            <ac:spMk id="7" creationId="{00000000-0000-0000-0000-000000000000}"/>
          </ac:spMkLst>
        </pc:spChg>
        <pc:spChg chg="mod">
          <ac:chgData name="akarapuchaithanya2005@gmail.com" userId="b8b82022873d0d3c" providerId="LiveId" clId="{217A95A6-7ACE-41C9-B93A-13691C9F210A}" dt="2026-08-14T18:28:53.087" v="752" actId="164"/>
          <ac:spMkLst>
            <pc:docMk/>
            <pc:sldMk cId="0" sldId="258"/>
            <ac:spMk id="8" creationId="{00000000-0000-0000-0000-000000000000}"/>
          </ac:spMkLst>
        </pc:spChg>
        <pc:spChg chg="mod">
          <ac:chgData name="akarapuchaithanya2005@gmail.com" userId="b8b82022873d0d3c" providerId="LiveId" clId="{217A95A6-7ACE-41C9-B93A-13691C9F210A}" dt="2026-08-14T18:28:53.087" v="752" actId="164"/>
          <ac:spMkLst>
            <pc:docMk/>
            <pc:sldMk cId="0" sldId="258"/>
            <ac:spMk id="9" creationId="{00000000-0000-0000-0000-000000000000}"/>
          </ac:spMkLst>
        </pc:spChg>
        <pc:spChg chg="mod">
          <ac:chgData name="akarapuchaithanya2005@gmail.com" userId="b8b82022873d0d3c" providerId="LiveId" clId="{217A95A6-7ACE-41C9-B93A-13691C9F210A}" dt="2026-08-14T18:28:53.087" v="752" actId="164"/>
          <ac:spMkLst>
            <pc:docMk/>
            <pc:sldMk cId="0" sldId="258"/>
            <ac:spMk id="10" creationId="{00000000-0000-0000-0000-000000000000}"/>
          </ac:spMkLst>
        </pc:spChg>
        <pc:grpChg chg="add mod">
          <ac:chgData name="akarapuchaithanya2005@gmail.com" userId="b8b82022873d0d3c" providerId="LiveId" clId="{217A95A6-7ACE-41C9-B93A-13691C9F210A}" dt="2026-08-14T18:28:47.700" v="751" actId="1076"/>
          <ac:grpSpMkLst>
            <pc:docMk/>
            <pc:sldMk cId="0" sldId="258"/>
            <ac:grpSpMk id="13" creationId="{19CEA27C-BEDF-2E4A-B722-479BE80D142A}"/>
          </ac:grpSpMkLst>
        </pc:grpChg>
        <pc:grpChg chg="add mod">
          <ac:chgData name="akarapuchaithanya2005@gmail.com" userId="b8b82022873d0d3c" providerId="LiveId" clId="{217A95A6-7ACE-41C9-B93A-13691C9F210A}" dt="2026-08-14T18:28:56.247" v="753" actId="1076"/>
          <ac:grpSpMkLst>
            <pc:docMk/>
            <pc:sldMk cId="0" sldId="258"/>
            <ac:grpSpMk id="14" creationId="{C0121FFA-F654-CA2E-6F03-67608DA6D65C}"/>
          </ac:grpSpMkLst>
        </pc:grpChg>
      </pc:sldChg>
      <pc:sldChg chg="modSp mod">
        <pc:chgData name="akarapuchaithanya2005@gmail.com" userId="b8b82022873d0d3c" providerId="LiveId" clId="{217A95A6-7ACE-41C9-B93A-13691C9F210A}" dt="2026-08-14T18:29:35.662" v="757" actId="1076"/>
        <pc:sldMkLst>
          <pc:docMk/>
          <pc:sldMk cId="0" sldId="260"/>
        </pc:sldMkLst>
        <pc:spChg chg="mod">
          <ac:chgData name="akarapuchaithanya2005@gmail.com" userId="b8b82022873d0d3c" providerId="LiveId" clId="{217A95A6-7ACE-41C9-B93A-13691C9F210A}" dt="2026-08-14T18:29:26.010" v="755" actId="1076"/>
          <ac:spMkLst>
            <pc:docMk/>
            <pc:sldMk cId="0" sldId="260"/>
            <ac:spMk id="6" creationId="{00000000-0000-0000-0000-000000000000}"/>
          </ac:spMkLst>
        </pc:spChg>
        <pc:spChg chg="mod">
          <ac:chgData name="akarapuchaithanya2005@gmail.com" userId="b8b82022873d0d3c" providerId="LiveId" clId="{217A95A6-7ACE-41C9-B93A-13691C9F210A}" dt="2026-08-14T18:29:13.965" v="754" actId="1076"/>
          <ac:spMkLst>
            <pc:docMk/>
            <pc:sldMk cId="0" sldId="260"/>
            <ac:spMk id="9" creationId="{00000000-0000-0000-0000-000000000000}"/>
          </ac:spMkLst>
        </pc:spChg>
        <pc:spChg chg="mod">
          <ac:chgData name="akarapuchaithanya2005@gmail.com" userId="b8b82022873d0d3c" providerId="LiveId" clId="{217A95A6-7ACE-41C9-B93A-13691C9F210A}" dt="2026-08-14T18:29:32.284" v="756" actId="1076"/>
          <ac:spMkLst>
            <pc:docMk/>
            <pc:sldMk cId="0" sldId="260"/>
            <ac:spMk id="12" creationId="{00000000-0000-0000-0000-000000000000}"/>
          </ac:spMkLst>
        </pc:spChg>
        <pc:spChg chg="mod">
          <ac:chgData name="akarapuchaithanya2005@gmail.com" userId="b8b82022873d0d3c" providerId="LiveId" clId="{217A95A6-7ACE-41C9-B93A-13691C9F210A}" dt="2026-08-14T18:29:35.662" v="757" actId="1076"/>
          <ac:spMkLst>
            <pc:docMk/>
            <pc:sldMk cId="0" sldId="260"/>
            <ac:spMk id="15" creationId="{00000000-0000-0000-0000-000000000000}"/>
          </ac:spMkLst>
        </pc:spChg>
      </pc:sldChg>
      <pc:sldChg chg="addSp delSp modSp mod">
        <pc:chgData name="akarapuchaithanya2005@gmail.com" userId="b8b82022873d0d3c" providerId="LiveId" clId="{217A95A6-7ACE-41C9-B93A-13691C9F210A}" dt="2026-08-14T18:13:11.579" v="531" actId="1076"/>
        <pc:sldMkLst>
          <pc:docMk/>
          <pc:sldMk cId="0" sldId="263"/>
        </pc:sldMkLst>
        <pc:spChg chg="mod">
          <ac:chgData name="akarapuchaithanya2005@gmail.com" userId="b8b82022873d0d3c" providerId="LiveId" clId="{217A95A6-7ACE-41C9-B93A-13691C9F210A}" dt="2026-08-14T18:09:27.701" v="483" actId="1076"/>
          <ac:spMkLst>
            <pc:docMk/>
            <pc:sldMk cId="0" sldId="263"/>
            <ac:spMk id="5" creationId="{00000000-0000-0000-0000-000000000000}"/>
          </ac:spMkLst>
        </pc:spChg>
        <pc:spChg chg="mod">
          <ac:chgData name="akarapuchaithanya2005@gmail.com" userId="b8b82022873d0d3c" providerId="LiveId" clId="{217A95A6-7ACE-41C9-B93A-13691C9F210A}" dt="2026-08-14T18:02:47.425" v="303" actId="21"/>
          <ac:spMkLst>
            <pc:docMk/>
            <pc:sldMk cId="0" sldId="263"/>
            <ac:spMk id="6" creationId="{00000000-0000-0000-0000-000000000000}"/>
          </ac:spMkLst>
        </pc:spChg>
        <pc:spChg chg="mod">
          <ac:chgData name="akarapuchaithanya2005@gmail.com" userId="b8b82022873d0d3c" providerId="LiveId" clId="{217A95A6-7ACE-41C9-B93A-13691C9F210A}" dt="2026-08-14T18:09:45.885" v="488" actId="1076"/>
          <ac:spMkLst>
            <pc:docMk/>
            <pc:sldMk cId="0" sldId="263"/>
            <ac:spMk id="7" creationId="{00000000-0000-0000-0000-000000000000}"/>
          </ac:spMkLst>
        </pc:spChg>
        <pc:spChg chg="mod">
          <ac:chgData name="akarapuchaithanya2005@gmail.com" userId="b8b82022873d0d3c" providerId="LiveId" clId="{217A95A6-7ACE-41C9-B93A-13691C9F210A}" dt="2026-08-14T18:06:16.940" v="417" actId="20577"/>
          <ac:spMkLst>
            <pc:docMk/>
            <pc:sldMk cId="0" sldId="263"/>
            <ac:spMk id="8" creationId="{00000000-0000-0000-0000-000000000000}"/>
          </ac:spMkLst>
        </pc:spChg>
        <pc:spChg chg="mod">
          <ac:chgData name="akarapuchaithanya2005@gmail.com" userId="b8b82022873d0d3c" providerId="LiveId" clId="{217A95A6-7ACE-41C9-B93A-13691C9F210A}" dt="2026-08-14T18:09:18.769" v="479" actId="1076"/>
          <ac:spMkLst>
            <pc:docMk/>
            <pc:sldMk cId="0" sldId="263"/>
            <ac:spMk id="9" creationId="{00000000-0000-0000-0000-000000000000}"/>
          </ac:spMkLst>
        </pc:spChg>
        <pc:spChg chg="mod">
          <ac:chgData name="akarapuchaithanya2005@gmail.com" userId="b8b82022873d0d3c" providerId="LiveId" clId="{217A95A6-7ACE-41C9-B93A-13691C9F210A}" dt="2026-08-14T18:08:47.778" v="466" actId="20577"/>
          <ac:spMkLst>
            <pc:docMk/>
            <pc:sldMk cId="0" sldId="263"/>
            <ac:spMk id="10" creationId="{00000000-0000-0000-0000-000000000000}"/>
          </ac:spMkLst>
        </pc:spChg>
        <pc:spChg chg="mod">
          <ac:chgData name="akarapuchaithanya2005@gmail.com" userId="b8b82022873d0d3c" providerId="LiveId" clId="{217A95A6-7ACE-41C9-B93A-13691C9F210A}" dt="2026-08-14T18:12:41.536" v="524" actId="1076"/>
          <ac:spMkLst>
            <pc:docMk/>
            <pc:sldMk cId="0" sldId="263"/>
            <ac:spMk id="11" creationId="{00000000-0000-0000-0000-000000000000}"/>
          </ac:spMkLst>
        </pc:spChg>
        <pc:spChg chg="mod">
          <ac:chgData name="akarapuchaithanya2005@gmail.com" userId="b8b82022873d0d3c" providerId="LiveId" clId="{217A95A6-7ACE-41C9-B93A-13691C9F210A}" dt="2026-08-14T18:11:19.405" v="511" actId="20577"/>
          <ac:spMkLst>
            <pc:docMk/>
            <pc:sldMk cId="0" sldId="263"/>
            <ac:spMk id="12" creationId="{00000000-0000-0000-0000-000000000000}"/>
          </ac:spMkLst>
        </pc:spChg>
        <pc:spChg chg="add del mod">
          <ac:chgData name="akarapuchaithanya2005@gmail.com" userId="b8b82022873d0d3c" providerId="LiveId" clId="{217A95A6-7ACE-41C9-B93A-13691C9F210A}" dt="2026-08-14T18:09:30.621" v="484" actId="1076"/>
          <ac:spMkLst>
            <pc:docMk/>
            <pc:sldMk cId="0" sldId="263"/>
            <ac:spMk id="19" creationId="{324F0226-3152-1BBD-0AF9-F43893C9AF31}"/>
          </ac:spMkLst>
        </pc:spChg>
        <pc:spChg chg="add mod">
          <ac:chgData name="akarapuchaithanya2005@gmail.com" userId="b8b82022873d0d3c" providerId="LiveId" clId="{217A95A6-7ACE-41C9-B93A-13691C9F210A}" dt="2026-08-14T18:09:52.125" v="489" actId="1076"/>
          <ac:spMkLst>
            <pc:docMk/>
            <pc:sldMk cId="0" sldId="263"/>
            <ac:spMk id="22" creationId="{BEB5BE45-FD98-BCBF-D132-4253B5C03CA7}"/>
          </ac:spMkLst>
        </pc:spChg>
        <pc:spChg chg="add mod">
          <ac:chgData name="akarapuchaithanya2005@gmail.com" userId="b8b82022873d0d3c" providerId="LiveId" clId="{217A95A6-7ACE-41C9-B93A-13691C9F210A}" dt="2026-08-14T18:10:16.010" v="493" actId="255"/>
          <ac:spMkLst>
            <pc:docMk/>
            <pc:sldMk cId="0" sldId="263"/>
            <ac:spMk id="29" creationId="{47796275-266D-9843-6FF7-5B99D921C7D2}"/>
          </ac:spMkLst>
        </pc:spChg>
        <pc:spChg chg="add mod">
          <ac:chgData name="akarapuchaithanya2005@gmail.com" userId="b8b82022873d0d3c" providerId="LiveId" clId="{217A95A6-7ACE-41C9-B93A-13691C9F210A}" dt="2026-08-14T18:11:45.164" v="516" actId="1076"/>
          <ac:spMkLst>
            <pc:docMk/>
            <pc:sldMk cId="0" sldId="263"/>
            <ac:spMk id="34" creationId="{A5626FE4-9347-E6C3-2934-091AF538B4D9}"/>
          </ac:spMkLst>
        </pc:spChg>
        <pc:picChg chg="add mod">
          <ac:chgData name="akarapuchaithanya2005@gmail.com" userId="b8b82022873d0d3c" providerId="LiveId" clId="{217A95A6-7ACE-41C9-B93A-13691C9F210A}" dt="2026-08-14T18:09:33.466" v="485" actId="1076"/>
          <ac:picMkLst>
            <pc:docMk/>
            <pc:sldMk cId="0" sldId="263"/>
            <ac:picMk id="16" creationId="{F1060C71-C872-1994-5E83-87C1B74A7E21}"/>
          </ac:picMkLst>
        </pc:picChg>
        <pc:picChg chg="add mod">
          <ac:chgData name="akarapuchaithanya2005@gmail.com" userId="b8b82022873d0d3c" providerId="LiveId" clId="{217A95A6-7ACE-41C9-B93A-13691C9F210A}" dt="2026-08-14T18:09:35.348" v="486" actId="1076"/>
          <ac:picMkLst>
            <pc:docMk/>
            <pc:sldMk cId="0" sldId="263"/>
            <ac:picMk id="18" creationId="{ADE45D9C-FA10-8070-F0DF-90CB650229A5}"/>
          </ac:picMkLst>
        </pc:picChg>
        <pc:picChg chg="add del mod">
          <ac:chgData name="akarapuchaithanya2005@gmail.com" userId="b8b82022873d0d3c" providerId="LiveId" clId="{217A95A6-7ACE-41C9-B93A-13691C9F210A}" dt="2026-08-14T18:04:06.883" v="329" actId="931"/>
          <ac:picMkLst>
            <pc:docMk/>
            <pc:sldMk cId="0" sldId="263"/>
            <ac:picMk id="21" creationId="{8C8E8FA9-5FD1-F915-2D4C-E26F64D4F5AA}"/>
          </ac:picMkLst>
        </pc:picChg>
        <pc:picChg chg="add del">
          <ac:chgData name="akarapuchaithanya2005@gmail.com" userId="b8b82022873d0d3c" providerId="LiveId" clId="{217A95A6-7ACE-41C9-B93A-13691C9F210A}" dt="2026-08-14T18:07:17.764" v="438" actId="22"/>
          <ac:picMkLst>
            <pc:docMk/>
            <pc:sldMk cId="0" sldId="263"/>
            <ac:picMk id="24" creationId="{54352077-D208-98C9-44E5-95DE32748CEB}"/>
          </ac:picMkLst>
        </pc:picChg>
        <pc:picChg chg="add mod">
          <ac:chgData name="akarapuchaithanya2005@gmail.com" userId="b8b82022873d0d3c" providerId="LiveId" clId="{217A95A6-7ACE-41C9-B93A-13691C9F210A}" dt="2026-08-14T18:10:01.074" v="491" actId="1076"/>
          <ac:picMkLst>
            <pc:docMk/>
            <pc:sldMk cId="0" sldId="263"/>
            <ac:picMk id="26" creationId="{407D33E0-DBDF-6160-2D01-52CD898F7B05}"/>
          </ac:picMkLst>
        </pc:picChg>
        <pc:picChg chg="add mod">
          <ac:chgData name="akarapuchaithanya2005@gmail.com" userId="b8b82022873d0d3c" providerId="LiveId" clId="{217A95A6-7ACE-41C9-B93A-13691C9F210A}" dt="2026-08-14T18:10:04.893" v="492" actId="1076"/>
          <ac:picMkLst>
            <pc:docMk/>
            <pc:sldMk cId="0" sldId="263"/>
            <ac:picMk id="28" creationId="{9BCA890A-D3F2-4B2C-7779-0D7E2CCFBFCA}"/>
          </ac:picMkLst>
        </pc:picChg>
        <pc:picChg chg="add mod">
          <ac:chgData name="akarapuchaithanya2005@gmail.com" userId="b8b82022873d0d3c" providerId="LiveId" clId="{217A95A6-7ACE-41C9-B93A-13691C9F210A}" dt="2026-08-14T18:10:42.154" v="499" actId="1076"/>
          <ac:picMkLst>
            <pc:docMk/>
            <pc:sldMk cId="0" sldId="263"/>
            <ac:picMk id="31" creationId="{CDB2BD92-1AF9-2E0C-5137-25B6A699D81C}"/>
          </ac:picMkLst>
        </pc:picChg>
        <pc:picChg chg="add mod">
          <ac:chgData name="akarapuchaithanya2005@gmail.com" userId="b8b82022873d0d3c" providerId="LiveId" clId="{217A95A6-7ACE-41C9-B93A-13691C9F210A}" dt="2026-08-14T18:11:05.438" v="505" actId="1076"/>
          <ac:picMkLst>
            <pc:docMk/>
            <pc:sldMk cId="0" sldId="263"/>
            <ac:picMk id="33" creationId="{49F60CFE-EAAE-B1E2-135E-E546B8539B0D}"/>
          </ac:picMkLst>
        </pc:picChg>
        <pc:picChg chg="add mod">
          <ac:chgData name="akarapuchaithanya2005@gmail.com" userId="b8b82022873d0d3c" providerId="LiveId" clId="{217A95A6-7ACE-41C9-B93A-13691C9F210A}" dt="2026-08-14T18:12:46.440" v="525" actId="1076"/>
          <ac:picMkLst>
            <pc:docMk/>
            <pc:sldMk cId="0" sldId="263"/>
            <ac:picMk id="36" creationId="{79D1AE19-37FB-7E28-44E8-7AC5C6D38DD3}"/>
          </ac:picMkLst>
        </pc:picChg>
        <pc:picChg chg="add mod">
          <ac:chgData name="akarapuchaithanya2005@gmail.com" userId="b8b82022873d0d3c" providerId="LiveId" clId="{217A95A6-7ACE-41C9-B93A-13691C9F210A}" dt="2026-08-14T18:13:11.579" v="531" actId="1076"/>
          <ac:picMkLst>
            <pc:docMk/>
            <pc:sldMk cId="0" sldId="263"/>
            <ac:picMk id="38" creationId="{AB7B795F-B9D4-9707-CBF0-F8463AD64D36}"/>
          </ac:picMkLst>
        </pc:picChg>
      </pc:sldChg>
      <pc:sldChg chg="addSp modSp mod">
        <pc:chgData name="akarapuchaithanya2005@gmail.com" userId="b8b82022873d0d3c" providerId="LiveId" clId="{217A95A6-7ACE-41C9-B93A-13691C9F210A}" dt="2026-08-14T18:23:35.855" v="668" actId="1076"/>
        <pc:sldMkLst>
          <pc:docMk/>
          <pc:sldMk cId="0" sldId="264"/>
        </pc:sldMkLst>
        <pc:spChg chg="mod">
          <ac:chgData name="akarapuchaithanya2005@gmail.com" userId="b8b82022873d0d3c" providerId="LiveId" clId="{217A95A6-7ACE-41C9-B93A-13691C9F210A}" dt="2026-08-14T18:19:39.217" v="617" actId="14100"/>
          <ac:spMkLst>
            <pc:docMk/>
            <pc:sldMk cId="0" sldId="264"/>
            <ac:spMk id="4" creationId="{00000000-0000-0000-0000-000000000000}"/>
          </ac:spMkLst>
        </pc:spChg>
        <pc:spChg chg="mod">
          <ac:chgData name="akarapuchaithanya2005@gmail.com" userId="b8b82022873d0d3c" providerId="LiveId" clId="{217A95A6-7ACE-41C9-B93A-13691C9F210A}" dt="2026-08-14T18:20:57.434" v="638" actId="313"/>
          <ac:spMkLst>
            <pc:docMk/>
            <pc:sldMk cId="0" sldId="264"/>
            <ac:spMk id="7" creationId="{00000000-0000-0000-0000-000000000000}"/>
          </ac:spMkLst>
        </pc:spChg>
        <pc:spChg chg="mod">
          <ac:chgData name="akarapuchaithanya2005@gmail.com" userId="b8b82022873d0d3c" providerId="LiveId" clId="{217A95A6-7ACE-41C9-B93A-13691C9F210A}" dt="2026-08-14T18:23:23.552" v="666" actId="1076"/>
          <ac:spMkLst>
            <pc:docMk/>
            <pc:sldMk cId="0" sldId="264"/>
            <ac:spMk id="11" creationId="{00000000-0000-0000-0000-000000000000}"/>
          </ac:spMkLst>
        </pc:spChg>
        <pc:spChg chg="add mod">
          <ac:chgData name="akarapuchaithanya2005@gmail.com" userId="b8b82022873d0d3c" providerId="LiveId" clId="{217A95A6-7ACE-41C9-B93A-13691C9F210A}" dt="2026-08-14T18:23:35.855" v="668" actId="1076"/>
          <ac:spMkLst>
            <pc:docMk/>
            <pc:sldMk cId="0" sldId="264"/>
            <ac:spMk id="30" creationId="{C5538F10-2062-E8D0-EFA7-9841D4FC29A9}"/>
          </ac:spMkLst>
        </pc:spChg>
        <pc:picChg chg="add mod">
          <ac:chgData name="akarapuchaithanya2005@gmail.com" userId="b8b82022873d0d3c" providerId="LiveId" clId="{217A95A6-7ACE-41C9-B93A-13691C9F210A}" dt="2026-08-14T18:19:33.850" v="616" actId="1076"/>
          <ac:picMkLst>
            <pc:docMk/>
            <pc:sldMk cId="0" sldId="264"/>
            <ac:picMk id="15" creationId="{C8D6CC3A-2202-BE50-443D-785DB37421BB}"/>
          </ac:picMkLst>
        </pc:picChg>
        <pc:picChg chg="add mod">
          <ac:chgData name="akarapuchaithanya2005@gmail.com" userId="b8b82022873d0d3c" providerId="LiveId" clId="{217A95A6-7ACE-41C9-B93A-13691C9F210A}" dt="2026-08-14T18:19:24.228" v="614" actId="1076"/>
          <ac:picMkLst>
            <pc:docMk/>
            <pc:sldMk cId="0" sldId="264"/>
            <ac:picMk id="17" creationId="{AE937187-C262-5D81-99E7-54CBBC9DA2AD}"/>
          </ac:picMkLst>
        </pc:picChg>
        <pc:picChg chg="add mod">
          <ac:chgData name="akarapuchaithanya2005@gmail.com" userId="b8b82022873d0d3c" providerId="LiveId" clId="{217A95A6-7ACE-41C9-B93A-13691C9F210A}" dt="2026-08-14T18:20:01.420" v="622" actId="14100"/>
          <ac:picMkLst>
            <pc:docMk/>
            <pc:sldMk cId="0" sldId="264"/>
            <ac:picMk id="19" creationId="{D9D55B14-82C1-B593-496F-DC581A71A629}"/>
          </ac:picMkLst>
        </pc:picChg>
        <pc:picChg chg="add mod">
          <ac:chgData name="akarapuchaithanya2005@gmail.com" userId="b8b82022873d0d3c" providerId="LiveId" clId="{217A95A6-7ACE-41C9-B93A-13691C9F210A}" dt="2026-08-14T18:19:51.782" v="620" actId="1076"/>
          <ac:picMkLst>
            <pc:docMk/>
            <pc:sldMk cId="0" sldId="264"/>
            <ac:picMk id="21" creationId="{3D7BE916-6994-97B4-83A1-149598E1E317}"/>
          </ac:picMkLst>
        </pc:picChg>
        <pc:picChg chg="add mod">
          <ac:chgData name="akarapuchaithanya2005@gmail.com" userId="b8b82022873d0d3c" providerId="LiveId" clId="{217A95A6-7ACE-41C9-B93A-13691C9F210A}" dt="2026-08-14T18:20:05.423" v="623" actId="1076"/>
          <ac:picMkLst>
            <pc:docMk/>
            <pc:sldMk cId="0" sldId="264"/>
            <ac:picMk id="23" creationId="{A3CC45C5-171A-CD0F-D15D-0C79FACB480B}"/>
          </ac:picMkLst>
        </pc:picChg>
        <pc:picChg chg="add mod">
          <ac:chgData name="akarapuchaithanya2005@gmail.com" userId="b8b82022873d0d3c" providerId="LiveId" clId="{217A95A6-7ACE-41C9-B93A-13691C9F210A}" dt="2026-08-14T18:20:35.831" v="630" actId="1076"/>
          <ac:picMkLst>
            <pc:docMk/>
            <pc:sldMk cId="0" sldId="264"/>
            <ac:picMk id="25" creationId="{DDC58E24-C38B-5AE2-129B-833AA7A52214}"/>
          </ac:picMkLst>
        </pc:picChg>
        <pc:picChg chg="add mod">
          <ac:chgData name="akarapuchaithanya2005@gmail.com" userId="b8b82022873d0d3c" providerId="LiveId" clId="{217A95A6-7ACE-41C9-B93A-13691C9F210A}" dt="2026-08-14T18:22:37.539" v="657" actId="1076"/>
          <ac:picMkLst>
            <pc:docMk/>
            <pc:sldMk cId="0" sldId="264"/>
            <ac:picMk id="26" creationId="{D7577509-B88B-29C3-A9AE-85FBE4D18BF6}"/>
          </ac:picMkLst>
        </pc:picChg>
        <pc:picChg chg="add mod">
          <ac:chgData name="akarapuchaithanya2005@gmail.com" userId="b8b82022873d0d3c" providerId="LiveId" clId="{217A95A6-7ACE-41C9-B93A-13691C9F210A}" dt="2026-08-14T18:23:19.503" v="665" actId="1076"/>
          <ac:picMkLst>
            <pc:docMk/>
            <pc:sldMk cId="0" sldId="264"/>
            <ac:picMk id="28" creationId="{3AE2D8AA-FAC5-D2B5-C973-1EC535D65540}"/>
          </ac:picMkLst>
        </pc:picChg>
      </pc:sldChg>
      <pc:sldChg chg="delSp modSp mod">
        <pc:chgData name="akarapuchaithanya2005@gmail.com" userId="b8b82022873d0d3c" providerId="LiveId" clId="{217A95A6-7ACE-41C9-B93A-13691C9F210A}" dt="2026-08-14T19:08:37.197" v="758"/>
        <pc:sldMkLst>
          <pc:docMk/>
          <pc:sldMk cId="0" sldId="266"/>
        </pc:sldMkLst>
        <pc:spChg chg="mod">
          <ac:chgData name="akarapuchaithanya2005@gmail.com" userId="b8b82022873d0d3c" providerId="LiveId" clId="{217A95A6-7ACE-41C9-B93A-13691C9F210A}" dt="2026-08-14T19:08:37.197" v="758"/>
          <ac:spMkLst>
            <pc:docMk/>
            <pc:sldMk cId="0" sldId="266"/>
            <ac:spMk id="6" creationId="{00000000-0000-0000-0000-000000000000}"/>
          </ac:spMkLst>
        </pc:spChg>
        <pc:spChg chg="del">
          <ac:chgData name="akarapuchaithanya2005@gmail.com" userId="b8b82022873d0d3c" providerId="LiveId" clId="{217A95A6-7ACE-41C9-B93A-13691C9F210A}" dt="2026-08-14T18:24:33.656" v="670" actId="478"/>
          <ac:spMkLst>
            <pc:docMk/>
            <pc:sldMk cId="0" sldId="266"/>
            <ac:spMk id="9" creationId="{00000000-0000-0000-0000-000000000000}"/>
          </ac:spMkLst>
        </pc:spChg>
      </pc:sldChg>
      <pc:sldChg chg="modSp mod">
        <pc:chgData name="akarapuchaithanya2005@gmail.com" userId="b8b82022873d0d3c" providerId="LiveId" clId="{217A95A6-7ACE-41C9-B93A-13691C9F210A}" dt="2026-08-14T18:25:43.098" v="725" actId="20577"/>
        <pc:sldMkLst>
          <pc:docMk/>
          <pc:sldMk cId="0" sldId="267"/>
        </pc:sldMkLst>
        <pc:spChg chg="mod">
          <ac:chgData name="akarapuchaithanya2005@gmail.com" userId="b8b82022873d0d3c" providerId="LiveId" clId="{217A95A6-7ACE-41C9-B93A-13691C9F210A}" dt="2026-08-14T18:25:43.098" v="725" actId="20577"/>
          <ac:spMkLst>
            <pc:docMk/>
            <pc:sldMk cId="0" sldId="267"/>
            <ac:spMk id="5" creationId="{00000000-0000-0000-0000-000000000000}"/>
          </ac:spMkLst>
        </pc:spChg>
        <pc:spChg chg="mod">
          <ac:chgData name="akarapuchaithanya2005@gmail.com" userId="b8b82022873d0d3c" providerId="LiveId" clId="{217A95A6-7ACE-41C9-B93A-13691C9F210A}" dt="2026-08-14T18:24:51.019" v="676" actId="20577"/>
          <ac:spMkLst>
            <pc:docMk/>
            <pc:sldMk cId="0" sldId="267"/>
            <ac:spMk id="7" creationId="{00000000-0000-0000-0000-000000000000}"/>
          </ac:spMkLst>
        </pc:spChg>
        <pc:spChg chg="mod">
          <ac:chgData name="akarapuchaithanya2005@gmail.com" userId="b8b82022873d0d3c" providerId="LiveId" clId="{217A95A6-7ACE-41C9-B93A-13691C9F210A}" dt="2026-08-14T18:24:55.948" v="679" actId="20577"/>
          <ac:spMkLst>
            <pc:docMk/>
            <pc:sldMk cId="0" sldId="267"/>
            <ac:spMk id="9" creationId="{00000000-0000-0000-0000-000000000000}"/>
          </ac:spMkLst>
        </pc:spChg>
        <pc:spChg chg="mod">
          <ac:chgData name="akarapuchaithanya2005@gmail.com" userId="b8b82022873d0d3c" providerId="LiveId" clId="{217A95A6-7ACE-41C9-B93A-13691C9F210A}" dt="2026-08-14T18:25:00.218" v="682" actId="20577"/>
          <ac:spMkLst>
            <pc:docMk/>
            <pc:sldMk cId="0" sldId="267"/>
            <ac:spMk id="11" creationId="{00000000-0000-0000-0000-000000000000}"/>
          </ac:spMkLst>
        </pc:spChg>
        <pc:spChg chg="mod">
          <ac:chgData name="akarapuchaithanya2005@gmail.com" userId="b8b82022873d0d3c" providerId="LiveId" clId="{217A95A6-7ACE-41C9-B93A-13691C9F210A}" dt="2026-08-14T18:25:05.054" v="685" actId="20577"/>
          <ac:spMkLst>
            <pc:docMk/>
            <pc:sldMk cId="0" sldId="267"/>
            <ac:spMk id="1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693282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Drift-Sense: Navigation-Error Recovery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SEMICON / Applied Materials Hackathon  |  Idea Submission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1645920" cy="4572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37160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Details</a:t>
            </a:r>
            <a:endParaRPr lang="en-US" sz="1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108106"/>
              </p:ext>
            </p:extLst>
          </p:nvPr>
        </p:nvGraphicFramePr>
        <p:xfrm>
          <a:off x="457200" y="1783080"/>
          <a:ext cx="8229600" cy="202692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4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Team Name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latin typeface="Arial" charset="0"/>
                          <a:ea typeface="Arial" charset="0"/>
                          <a:cs typeface="Arial" charset="0"/>
                        </a:rPr>
                        <a:t>Quantized Minds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DBEA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Member 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charset="0"/>
                          <a:cs typeface="Arial" pitchFamily="34" charset="-120"/>
                        </a:rPr>
                        <a:t>Bandari Govardhan    –  24215a0409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Member 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latin typeface="Arial" charset="0"/>
                          <a:ea typeface="Arial" charset="0"/>
                          <a:cs typeface="Arial" charset="0"/>
                        </a:rPr>
                        <a:t>Pakala Karthik            </a:t>
                      </a:r>
                      <a:r>
                        <a:rPr lang="en-US" sz="13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charset="0"/>
                          <a:cs typeface="Arial" pitchFamily="34" charset="-120"/>
                        </a:rPr>
                        <a:t>–  24215a0411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Member 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latin typeface="Arial" charset="0"/>
                          <a:ea typeface="Arial" charset="0"/>
                          <a:cs typeface="Arial" charset="0"/>
                        </a:rPr>
                        <a:t>Gandham Karunakar  </a:t>
                      </a:r>
                      <a:r>
                        <a:rPr lang="en-US" sz="13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charset="0"/>
                          <a:cs typeface="Arial" pitchFamily="34" charset="-120"/>
                        </a:rPr>
                        <a:t>–  25215a0412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College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BV RAJU INSTITUTE OF TECHNOLOGY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Contact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latin typeface="Arial" charset="0"/>
                          <a:ea typeface="Arial" charset="0"/>
                          <a:cs typeface="Arial" charset="0"/>
                        </a:rPr>
                        <a:t>6305557390 24215A0409@GMAIL.COM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latin typeface="Arial" charset="0"/>
                          <a:ea typeface="Arial" charset="0"/>
                          <a:cs typeface="Arial" charset="0"/>
                        </a:rPr>
                        <a:t>Guide </a:t>
                      </a:r>
                    </a:p>
                  </a:txBody>
                  <a:tcPr anchor="ctr">
                    <a:lnL w="0" cap="flat" cmpd="sng" algn="ctr">
                      <a:noFill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latin typeface="Arial" charset="0"/>
                          <a:ea typeface="Arial" charset="0"/>
                          <a:cs typeface="Arial" charset="0"/>
                        </a:rPr>
                        <a:t>Dr. U. </a:t>
                      </a:r>
                      <a:r>
                        <a:rPr lang="en-US" sz="1300" dirty="0" err="1">
                          <a:latin typeface="Arial" charset="0"/>
                          <a:ea typeface="Arial" charset="0"/>
                          <a:cs typeface="Arial" charset="0"/>
                        </a:rPr>
                        <a:t>Gnaneshwara</a:t>
                      </a:r>
                      <a:r>
                        <a:rPr lang="en-US" sz="1300" dirty="0">
                          <a:latin typeface="Arial" charset="0"/>
                          <a:ea typeface="Arial" charset="0"/>
                          <a:cs typeface="Arial" charset="0"/>
                        </a:rPr>
                        <a:t> chary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3781996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365760" y="4828032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Drift-Sense  |  Navigation-Error Recovery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8412480" y="4828032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Drift-Sense: Navigation-Error Recovery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1417320"/>
          </a:xfrm>
          <a:prstGeom prst="roundRect">
            <a:avLst>
              <a:gd name="adj" fmla="val 5161"/>
            </a:avLst>
          </a:prstGeom>
          <a:solidFill>
            <a:srgbClr val="F1F5F9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97280"/>
            <a:ext cx="78638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high-magnification Reference shows a small wafer region. Later, stage drift causes a wider, lower-magnification Search image. The Reference pattern now appears ~10× smaller inside the Search image.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Task: recover the exact centre coordinates (x, y) of that pattern.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6060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is difficult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29260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DRAM and FinFET layouts are highly periodic — many locations look almost identical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Ordinary template matching often selects the wrong peak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Accurate recovery is essential for automated inspection and high-throughput metrology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4828032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Drift-Sense  |  Navigation-Error Recovery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412480" y="4828032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 Description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concept: Scale-aware hybrid localization — classical multi-peak matching + Siamese ranking</a:t>
            </a:r>
            <a:endParaRPr lang="en-US" sz="1400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9CEA27C-BEDF-2E4A-B722-479BE80D142A}"/>
              </a:ext>
            </a:extLst>
          </p:cNvPr>
          <p:cNvGrpSpPr/>
          <p:nvPr/>
        </p:nvGrpSpPr>
        <p:grpSpPr>
          <a:xfrm>
            <a:off x="502920" y="1625111"/>
            <a:ext cx="3931920" cy="2583649"/>
            <a:chOff x="502920" y="1598687"/>
            <a:chExt cx="3931920" cy="2583649"/>
          </a:xfrm>
        </p:grpSpPr>
        <p:sp>
          <p:nvSpPr>
            <p:cNvPr id="5" name="Shape 3"/>
            <p:cNvSpPr/>
            <p:nvPr/>
          </p:nvSpPr>
          <p:spPr>
            <a:xfrm>
              <a:off x="502920" y="1598687"/>
              <a:ext cx="3931920" cy="2393640"/>
            </a:xfrm>
            <a:prstGeom prst="roundRect">
              <a:avLst>
                <a:gd name="adj" fmla="val 2353"/>
              </a:avLst>
            </a:prstGeom>
            <a:solidFill>
              <a:srgbClr val="DBEAFE"/>
            </a:solidFill>
            <a:ln/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6" name="Text 4"/>
            <p:cNvSpPr/>
            <p:nvPr/>
          </p:nvSpPr>
          <p:spPr>
            <a:xfrm>
              <a:off x="579524" y="1750244"/>
              <a:ext cx="36576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0F172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Supported Styles</a:t>
              </a:r>
              <a:endParaRPr lang="en-US" sz="1400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579524" y="1735710"/>
              <a:ext cx="3566160" cy="244662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300" dirty="0">
                  <a:solidFill>
                    <a:srgbClr val="334155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• DRAM</a:t>
              </a:r>
              <a:endParaRPr lang="en-US" sz="1300" dirty="0"/>
            </a:p>
            <a:p>
              <a:pPr marL="0" indent="0">
                <a:buNone/>
              </a:pPr>
              <a:r>
                <a:rPr lang="en-US" sz="1300" dirty="0">
                  <a:solidFill>
                    <a:srgbClr val="334155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 Contact arrays, word/bit lines</a:t>
              </a:r>
              <a:endParaRPr lang="en-US" sz="1300" dirty="0"/>
            </a:p>
            <a:p>
              <a:pPr marL="0" indent="0">
                <a:buNone/>
              </a:pPr>
              <a:endParaRPr lang="en-US" sz="1300" dirty="0"/>
            </a:p>
            <a:p>
              <a:pPr marL="0" indent="0">
                <a:buNone/>
              </a:pPr>
              <a:r>
                <a:rPr lang="en-US" sz="1300" dirty="0">
                  <a:solidFill>
                    <a:srgbClr val="334155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• FinFET</a:t>
              </a:r>
              <a:endParaRPr lang="en-US" sz="1300" dirty="0"/>
            </a:p>
            <a:p>
              <a:pPr marL="0" indent="0">
                <a:buNone/>
              </a:pPr>
              <a:r>
                <a:rPr lang="en-US" sz="1300" dirty="0">
                  <a:solidFill>
                    <a:srgbClr val="334155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 Fin and gate line structures</a:t>
              </a:r>
              <a:endParaRPr lang="en-US" sz="1300" dirty="0"/>
            </a:p>
            <a:p>
              <a:pPr marL="0" indent="0">
                <a:buNone/>
              </a:pPr>
              <a:endParaRPr lang="en-US" sz="1300" dirty="0"/>
            </a:p>
            <a:p>
              <a:pPr marL="0" indent="0">
                <a:buNone/>
              </a:pPr>
              <a:r>
                <a:rPr lang="en-US" sz="1300" dirty="0">
                  <a:solidFill>
                    <a:srgbClr val="334155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Same pipeline handles both using style-aware synthetic data.</a:t>
              </a:r>
              <a:endParaRPr lang="en-US" sz="1300" dirty="0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0121FFA-F654-CA2E-6F03-67608DA6D65C}"/>
              </a:ext>
            </a:extLst>
          </p:cNvPr>
          <p:cNvGrpSpPr/>
          <p:nvPr/>
        </p:nvGrpSpPr>
        <p:grpSpPr>
          <a:xfrm>
            <a:off x="4754880" y="1626169"/>
            <a:ext cx="3931920" cy="2582591"/>
            <a:chOff x="4709160" y="2056490"/>
            <a:chExt cx="3931920" cy="2582591"/>
          </a:xfrm>
        </p:grpSpPr>
        <p:sp>
          <p:nvSpPr>
            <p:cNvPr id="8" name="Shape 6"/>
            <p:cNvSpPr/>
            <p:nvPr/>
          </p:nvSpPr>
          <p:spPr>
            <a:xfrm>
              <a:off x="4709160" y="2056490"/>
              <a:ext cx="3931920" cy="2393640"/>
            </a:xfrm>
            <a:prstGeom prst="roundRect">
              <a:avLst>
                <a:gd name="adj" fmla="val 2353"/>
              </a:avLst>
            </a:prstGeom>
            <a:solidFill>
              <a:srgbClr val="F1F5F9"/>
            </a:solidFill>
            <a:ln/>
          </p:spPr>
        </p:sp>
        <p:sp>
          <p:nvSpPr>
            <p:cNvPr id="9" name="Text 7"/>
            <p:cNvSpPr/>
            <p:nvPr/>
          </p:nvSpPr>
          <p:spPr>
            <a:xfrm>
              <a:off x="4892040" y="2391156"/>
              <a:ext cx="365760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0F172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Why better than simple matching?</a:t>
              </a:r>
              <a:endParaRPr lang="en-US" sz="140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4892040" y="2353081"/>
              <a:ext cx="3566160" cy="22860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300" dirty="0">
                  <a:solidFill>
                    <a:srgbClr val="334155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Simple template matching returns only the single highest peak. On periodic layouts that peak is often wrong.</a:t>
              </a:r>
              <a:endParaRPr lang="en-US" sz="1300" dirty="0"/>
            </a:p>
            <a:p>
              <a:pPr marL="0" indent="0">
                <a:buNone/>
              </a:pPr>
              <a:endParaRPr lang="en-US" sz="1300" dirty="0"/>
            </a:p>
            <a:p>
              <a:pPr marL="0" indent="0">
                <a:buNone/>
              </a:pPr>
              <a:r>
                <a:rPr lang="en-US" sz="1300" dirty="0">
                  <a:solidFill>
                    <a:srgbClr val="334155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We keep Top-20 peaks and let a Siamese network re-rank them, recovering the true location when classical #1 fails.</a:t>
              </a:r>
              <a:endParaRPr lang="en-US" sz="1300" dirty="0"/>
            </a:p>
          </p:txBody>
        </p:sp>
      </p:grpSp>
      <p:sp>
        <p:nvSpPr>
          <p:cNvPr id="11" name="Text 9"/>
          <p:cNvSpPr/>
          <p:nvPr/>
        </p:nvSpPr>
        <p:spPr>
          <a:xfrm>
            <a:off x="365760" y="4828032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Drift-Sense  |  Navigation-Error Recovery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412480" y="4828032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Solution — Full Pipeline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28600" y="640080"/>
            <a:ext cx="1325880" cy="868680"/>
          </a:xfrm>
          <a:prstGeom prst="roundRect">
            <a:avLst>
              <a:gd name="adj" fmla="val 6316"/>
            </a:avLst>
          </a:prstGeom>
          <a:solidFill>
            <a:srgbClr val="DBEAFE"/>
          </a:solidFill>
          <a:ln/>
        </p:spPr>
      </p:sp>
      <p:sp>
        <p:nvSpPr>
          <p:cNvPr id="5" name="Text 3"/>
          <p:cNvSpPr/>
          <p:nvPr/>
        </p:nvSpPr>
        <p:spPr>
          <a:xfrm>
            <a:off x="228600" y="731520"/>
            <a:ext cx="1325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Generate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 + Search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508760" y="86868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691640" y="640080"/>
            <a:ext cx="1325880" cy="868680"/>
          </a:xfrm>
          <a:prstGeom prst="roundRect">
            <a:avLst>
              <a:gd name="adj" fmla="val 6316"/>
            </a:avLst>
          </a:prstGeom>
          <a:solidFill>
            <a:srgbClr val="DBEAFE"/>
          </a:solidFill>
          <a:ln/>
        </p:spPr>
      </p:sp>
      <p:sp>
        <p:nvSpPr>
          <p:cNvPr id="8" name="Text 6"/>
          <p:cNvSpPr/>
          <p:nvPr/>
        </p:nvSpPr>
        <p:spPr>
          <a:xfrm>
            <a:off x="1691640" y="731520"/>
            <a:ext cx="1325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10× Scale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971800" y="86868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154680" y="640080"/>
            <a:ext cx="1325880" cy="868680"/>
          </a:xfrm>
          <a:prstGeom prst="roundRect">
            <a:avLst>
              <a:gd name="adj" fmla="val 6316"/>
            </a:avLst>
          </a:prstGeom>
          <a:solidFill>
            <a:srgbClr val="DBEAFE"/>
          </a:solidFill>
          <a:ln/>
        </p:spPr>
      </p:sp>
      <p:sp>
        <p:nvSpPr>
          <p:cNvPr id="11" name="Text 9"/>
          <p:cNvSpPr/>
          <p:nvPr/>
        </p:nvSpPr>
        <p:spPr>
          <a:xfrm>
            <a:off x="3154680" y="731520"/>
            <a:ext cx="1325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NCC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Top-20 Peaks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434840" y="86868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617720" y="640080"/>
            <a:ext cx="1325880" cy="868680"/>
          </a:xfrm>
          <a:prstGeom prst="roundRect">
            <a:avLst>
              <a:gd name="adj" fmla="val 6316"/>
            </a:avLst>
          </a:prstGeom>
          <a:solidFill>
            <a:srgbClr val="FEF3C7"/>
          </a:solidFill>
          <a:ln/>
        </p:spPr>
      </p:sp>
      <p:sp>
        <p:nvSpPr>
          <p:cNvPr id="14" name="Text 12"/>
          <p:cNvSpPr/>
          <p:nvPr/>
        </p:nvSpPr>
        <p:spPr>
          <a:xfrm>
            <a:off x="4617720" y="731520"/>
            <a:ext cx="1325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Siamese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Ranking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897880" y="86868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080760" y="640080"/>
            <a:ext cx="1325880" cy="868680"/>
          </a:xfrm>
          <a:prstGeom prst="roundRect">
            <a:avLst>
              <a:gd name="adj" fmla="val 6316"/>
            </a:avLst>
          </a:prstGeom>
          <a:solidFill>
            <a:srgbClr val="DCFCE7"/>
          </a:solidFill>
          <a:ln/>
        </p:spPr>
      </p:sp>
      <p:sp>
        <p:nvSpPr>
          <p:cNvPr id="17" name="Text 15"/>
          <p:cNvSpPr/>
          <p:nvPr/>
        </p:nvSpPr>
        <p:spPr>
          <a:xfrm>
            <a:off x="6080760" y="731520"/>
            <a:ext cx="1325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Decision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360920" y="86868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543800" y="640080"/>
            <a:ext cx="1325880" cy="868680"/>
          </a:xfrm>
          <a:prstGeom prst="roundRect">
            <a:avLst>
              <a:gd name="adj" fmla="val 6316"/>
            </a:avLst>
          </a:prstGeom>
          <a:solidFill>
            <a:srgbClr val="0284C7"/>
          </a:solidFill>
          <a:ln/>
        </p:spPr>
      </p:sp>
      <p:sp>
        <p:nvSpPr>
          <p:cNvPr id="20" name="Text 18"/>
          <p:cNvSpPr/>
          <p:nvPr/>
        </p:nvSpPr>
        <p:spPr>
          <a:xfrm>
            <a:off x="7543800" y="731520"/>
            <a:ext cx="1325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Output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(x, y)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1737360"/>
            <a:ext cx="4206240" cy="2697480"/>
          </a:xfrm>
          <a:prstGeom prst="roundRect">
            <a:avLst>
              <a:gd name="adj" fmla="val 2712"/>
            </a:avLst>
          </a:prstGeom>
          <a:solidFill>
            <a:srgbClr val="F1F5F9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187452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Generator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7200" y="2194560"/>
            <a:ext cx="38404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DRAM &amp; FinFET styles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Exact 10× scale relationship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Independent SEM-like noise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Rotation, blur, edge bloom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Full ground-truth centres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Easy / Medium / Hard / Trap modes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Trap mode creates classical failures on purpose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663440" y="1737360"/>
            <a:ext cx="4206240" cy="2697480"/>
          </a:xfrm>
          <a:prstGeom prst="roundRect">
            <a:avLst>
              <a:gd name="adj" fmla="val 2712"/>
            </a:avLst>
          </a:prstGeom>
          <a:solidFill>
            <a:srgbClr val="DBEAFE"/>
          </a:solidFill>
          <a:ln/>
        </p:spPr>
      </p:sp>
      <p:sp>
        <p:nvSpPr>
          <p:cNvPr id="25" name="Text 23"/>
          <p:cNvSpPr/>
          <p:nvPr/>
        </p:nvSpPr>
        <p:spPr>
          <a:xfrm>
            <a:off x="4846320" y="187452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Localization Algorithm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846320" y="2194560"/>
            <a:ext cx="38404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Exact 10× down-scale of Reference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Normalized Cross-Correlation (NCC)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Top-20 peaks + non-max suppression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Siamese CNN (96×96 patches)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Ranking / margin loss training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Decision: classical if score &gt; 0.85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else use best Siamese candidate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65760" y="4828032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Drift-Sense  |  Navigation-Error Recovery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412480" y="4828032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 We Used — In Simple Words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548640"/>
            <a:ext cx="4206240" cy="1965960"/>
          </a:xfrm>
          <a:prstGeom prst="roundRect">
            <a:avLst>
              <a:gd name="adj" fmla="val 2791"/>
            </a:avLst>
          </a:prstGeom>
          <a:solidFill>
            <a:srgbClr val="F1F5F9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64008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Normalized Cross-Correlation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93266"/>
            <a:ext cx="39319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slide the small template over the Search image and measure similarity after removing average brightness.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Lewis (1995), Gonzalez &amp; Woods, OpenCV TM_CCOEFF_NORMED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(We use the standard method — we did not invent it.)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63440" y="548640"/>
            <a:ext cx="4206240" cy="1965960"/>
          </a:xfrm>
          <a:prstGeom prst="roundRect">
            <a:avLst>
              <a:gd name="adj" fmla="val 2791"/>
            </a:avLst>
          </a:prstGeom>
          <a:solidFill>
            <a:srgbClr val="DBEAFE"/>
          </a:solidFill>
          <a:ln/>
        </p:spPr>
      </p:sp>
      <p:sp>
        <p:nvSpPr>
          <p:cNvPr id="8" name="Text 6"/>
          <p:cNvSpPr/>
          <p:nvPr/>
        </p:nvSpPr>
        <p:spPr>
          <a:xfrm>
            <a:off x="4800600" y="64008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Why Top-20 (not only Top-1)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46320" y="822960"/>
            <a:ext cx="39319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periodic layouts the best match is often wrong. The true location is almost always still in the top 20.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we keep 20 candidates and turn the problem into ranking.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2651760"/>
            <a:ext cx="4206240" cy="1874520"/>
          </a:xfrm>
          <a:prstGeom prst="roundRect">
            <a:avLst>
              <a:gd name="adj" fmla="val 2927"/>
            </a:avLst>
          </a:prstGeom>
          <a:solidFill>
            <a:srgbClr val="FEF3C7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274320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Siamese Ranking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11480" y="3013523"/>
            <a:ext cx="393192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compares Reference patch vs each candidate and gives a similarity score.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Bromley et al. (Siamese nets), Chopra et al. (similarity learning).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2651760"/>
            <a:ext cx="4206240" cy="1874520"/>
          </a:xfrm>
          <a:prstGeom prst="roundRect">
            <a:avLst>
              <a:gd name="adj" fmla="val 2927"/>
            </a:avLst>
          </a:prstGeom>
          <a:solidFill>
            <a:srgbClr val="DCFCE7"/>
          </a:solidFill>
          <a:ln/>
        </p:spPr>
      </p:sp>
      <p:sp>
        <p:nvSpPr>
          <p:cNvPr id="14" name="Text 12"/>
          <p:cNvSpPr/>
          <p:nvPr/>
        </p:nvSpPr>
        <p:spPr>
          <a:xfrm>
            <a:off x="4800600" y="274320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Ranking Loss + Decision Rule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00600" y="3030782"/>
            <a:ext cx="393192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Loss: correct candidate must score higher than wrong ones by a margin.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Rule: if classical &gt; 0.85 use classical, else use Siamese.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(Engineering choice from our experiments.)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65760" y="4828032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Drift-Sense  |  Navigation-Error Recovery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412480" y="4828032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Innovation &amp; Uniqueness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685800"/>
            <a:ext cx="4114800" cy="109728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005840"/>
            <a:ext cx="411480" cy="411480"/>
          </a:xfrm>
          <a:prstGeom prst="ellipse">
            <a:avLst/>
          </a:prstGeom>
          <a:solidFill>
            <a:srgbClr val="0284C7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051560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" y="8686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Exact 10× scale handling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51560" y="118872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Explicit normalization matching the problem statement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685800"/>
            <a:ext cx="4114800" cy="109728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/>
        </p:spPr>
      </p:sp>
      <p:sp>
        <p:nvSpPr>
          <p:cNvPr id="10" name="Shape 8"/>
          <p:cNvSpPr/>
          <p:nvPr/>
        </p:nvSpPr>
        <p:spPr>
          <a:xfrm>
            <a:off x="4892040" y="1005840"/>
            <a:ext cx="411480" cy="411480"/>
          </a:xfrm>
          <a:prstGeom prst="ellipse">
            <a:avLst/>
          </a:prstGeom>
          <a:solidFill>
            <a:srgbClr val="0284C7"/>
          </a:solidFill>
          <a:ln/>
        </p:spPr>
      </p:sp>
      <p:sp>
        <p:nvSpPr>
          <p:cNvPr id="11" name="Text 9"/>
          <p:cNvSpPr/>
          <p:nvPr/>
        </p:nvSpPr>
        <p:spPr>
          <a:xfrm>
            <a:off x="4892040" y="1051560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40680" y="8686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Multi-peak recovery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40680" y="118872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Top-20 peaks keep the true location even when #1 is wrong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1920240"/>
            <a:ext cx="4114800" cy="109728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/>
        </p:spPr>
      </p:sp>
      <p:sp>
        <p:nvSpPr>
          <p:cNvPr id="15" name="Shape 13"/>
          <p:cNvSpPr/>
          <p:nvPr/>
        </p:nvSpPr>
        <p:spPr>
          <a:xfrm>
            <a:off x="502920" y="2240280"/>
            <a:ext cx="411480" cy="411480"/>
          </a:xfrm>
          <a:prstGeom prst="ellipse">
            <a:avLst/>
          </a:prstGeom>
          <a:solidFill>
            <a:srgbClr val="0284C7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2286000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51560" y="21031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Siamese on hard negatives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51560" y="242316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Trained on classical failures and near-GT shifts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54880" y="1920240"/>
            <a:ext cx="4114800" cy="109728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/>
        </p:spPr>
      </p:sp>
      <p:sp>
        <p:nvSpPr>
          <p:cNvPr id="20" name="Shape 18"/>
          <p:cNvSpPr/>
          <p:nvPr/>
        </p:nvSpPr>
        <p:spPr>
          <a:xfrm>
            <a:off x="4892040" y="2240280"/>
            <a:ext cx="411480" cy="411480"/>
          </a:xfrm>
          <a:prstGeom prst="ellipse">
            <a:avLst/>
          </a:prstGeom>
          <a:solidFill>
            <a:srgbClr val="0284C7"/>
          </a:solidFill>
          <a:ln/>
        </p:spPr>
      </p:sp>
      <p:sp>
        <p:nvSpPr>
          <p:cNvPr id="21" name="Text 19"/>
          <p:cNvSpPr/>
          <p:nvPr/>
        </p:nvSpPr>
        <p:spPr>
          <a:xfrm>
            <a:off x="4892040" y="2286000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440680" y="21031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 hybrid rule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40680" y="242316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Classical trusted when sure; CNN only when needed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65760" y="3154680"/>
            <a:ext cx="4114800" cy="109728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/>
        </p:spPr>
      </p:sp>
      <p:sp>
        <p:nvSpPr>
          <p:cNvPr id="25" name="Shape 23"/>
          <p:cNvSpPr/>
          <p:nvPr/>
        </p:nvSpPr>
        <p:spPr>
          <a:xfrm>
            <a:off x="502920" y="3474720"/>
            <a:ext cx="411480" cy="411480"/>
          </a:xfrm>
          <a:prstGeom prst="ellipse">
            <a:avLst/>
          </a:prstGeom>
          <a:solidFill>
            <a:srgbClr val="0284C7"/>
          </a:solidFill>
          <a:ln/>
        </p:spPr>
      </p:sp>
      <p:sp>
        <p:nvSpPr>
          <p:cNvPr id="26" name="Text 24"/>
          <p:cNvSpPr/>
          <p:nvPr/>
        </p:nvSpPr>
        <p:spPr>
          <a:xfrm>
            <a:off x="502920" y="3520440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051560" y="33375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Transparent pipeline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51560" y="36576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stage saved as image — fully inspectable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754880" y="3154680"/>
            <a:ext cx="4114800" cy="109728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/>
        </p:spPr>
      </p:sp>
      <p:sp>
        <p:nvSpPr>
          <p:cNvPr id="30" name="Shape 28"/>
          <p:cNvSpPr/>
          <p:nvPr/>
        </p:nvSpPr>
        <p:spPr>
          <a:xfrm>
            <a:off x="4892040" y="3474720"/>
            <a:ext cx="411480" cy="411480"/>
          </a:xfrm>
          <a:prstGeom prst="ellipse">
            <a:avLst/>
          </a:prstGeom>
          <a:solidFill>
            <a:srgbClr val="0284C7"/>
          </a:solidFill>
          <a:ln/>
        </p:spPr>
      </p:sp>
      <p:sp>
        <p:nvSpPr>
          <p:cNvPr id="31" name="Text 29"/>
          <p:cNvSpPr/>
          <p:nvPr/>
        </p:nvSpPr>
        <p:spPr>
          <a:xfrm>
            <a:off x="4892040" y="3520440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440680" y="33375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Trap-mode generator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440680" y="36576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Creates deliberate classical failures to measure recovery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65760" y="4828032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Drift-Sense  |  Navigation-Error Recovery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412480" y="4828032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— Quantitative</a:t>
            </a:r>
            <a:endParaRPr lang="en-US" sz="2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640080"/>
          <a:ext cx="8229600" cy="173736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Difficulty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Accuracy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Notes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40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Easy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Classical sufficient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Classical sufficient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Hard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Hybrid works well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Trap (hard periodic)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~70–75%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CNN recovers many failures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Overall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≈ 93–94%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Mean error &lt; 1 pixel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DBEA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31546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Runtime: Classical 15–25 ms  |  Full hybrid typically &lt; 70 ms per 1000×1000 pair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57200" y="3566160"/>
            <a:ext cx="3931920" cy="868680"/>
          </a:xfrm>
          <a:prstGeom prst="roundRect">
            <a:avLst>
              <a:gd name="adj" fmla="val 6316"/>
            </a:avLst>
          </a:prstGeom>
          <a:solidFill>
            <a:srgbClr val="DCFCE7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370332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99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599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 (GT) and Red (prediction) overlap</a:t>
            </a:r>
            <a:endParaRPr lang="en-US" sz="1300" dirty="0"/>
          </a:p>
        </p:txBody>
      </p:sp>
      <p:sp>
        <p:nvSpPr>
          <p:cNvPr id="4" name="Shape 5"/>
          <p:cNvSpPr/>
          <p:nvPr/>
        </p:nvSpPr>
        <p:spPr>
          <a:xfrm>
            <a:off x="4754880" y="3566160"/>
            <a:ext cx="3931920" cy="868680"/>
          </a:xfrm>
          <a:prstGeom prst="roundRect">
            <a:avLst>
              <a:gd name="adj" fmla="val 6316"/>
            </a:avLst>
          </a:prstGeom>
          <a:solidFill>
            <a:srgbClr val="FEE2E2"/>
          </a:solidFill>
          <a:ln/>
        </p:spPr>
      </p:sp>
      <p:sp>
        <p:nvSpPr>
          <p:cNvPr id="9" name="Text 6"/>
          <p:cNvSpPr/>
          <p:nvPr/>
        </p:nvSpPr>
        <p:spPr>
          <a:xfrm>
            <a:off x="4937760" y="370332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 FAILURE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periodic distractor still confuses system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65760" y="4828032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Drift-Sense  |  Navigation-Error Recovery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8412480" y="4828032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Results — From Reference to Final Prediction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475488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Insert images from outputs/ into the boxes below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021009"/>
            <a:ext cx="4114800" cy="1691640"/>
          </a:xfrm>
          <a:prstGeom prst="roundRect">
            <a:avLst>
              <a:gd name="adj" fmla="val 3243"/>
            </a:avLst>
          </a:prstGeom>
          <a:solidFill>
            <a:srgbClr val="F1F5F9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005840"/>
            <a:ext cx="3840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2" y="1028700"/>
            <a:ext cx="4114800" cy="1691640"/>
          </a:xfrm>
          <a:prstGeom prst="roundRect">
            <a:avLst>
              <a:gd name="adj" fmla="val 3243"/>
            </a:avLst>
          </a:prstGeom>
          <a:solidFill>
            <a:srgbClr val="F1F5F9"/>
          </a:solidFill>
          <a:ln/>
        </p:spPr>
      </p:sp>
      <p:sp>
        <p:nvSpPr>
          <p:cNvPr id="8" name="Text 6"/>
          <p:cNvSpPr/>
          <p:nvPr/>
        </p:nvSpPr>
        <p:spPr>
          <a:xfrm>
            <a:off x="4892040" y="1005840"/>
            <a:ext cx="3840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3011495"/>
            <a:ext cx="4114800" cy="1783080"/>
          </a:xfrm>
          <a:prstGeom prst="roundRect">
            <a:avLst>
              <a:gd name="adj" fmla="val 3077"/>
            </a:avLst>
          </a:prstGeom>
          <a:solidFill>
            <a:srgbClr val="FEF3C7"/>
          </a:solidFill>
          <a:ln/>
        </p:spPr>
      </p:sp>
      <p:sp>
        <p:nvSpPr>
          <p:cNvPr id="10" name="Text 8"/>
          <p:cNvSpPr/>
          <p:nvPr/>
        </p:nvSpPr>
        <p:spPr>
          <a:xfrm>
            <a:off x="411480" y="2926080"/>
            <a:ext cx="3840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54882" y="2993160"/>
            <a:ext cx="4114800" cy="1783080"/>
          </a:xfrm>
          <a:prstGeom prst="roundRect">
            <a:avLst>
              <a:gd name="adj" fmla="val 3077"/>
            </a:avLst>
          </a:prstGeom>
          <a:solidFill>
            <a:srgbClr val="DCFCE7"/>
          </a:solidFill>
          <a:ln/>
        </p:spPr>
      </p:sp>
      <p:sp>
        <p:nvSpPr>
          <p:cNvPr id="12" name="Text 10"/>
          <p:cNvSpPr/>
          <p:nvPr/>
        </p:nvSpPr>
        <p:spPr>
          <a:xfrm>
            <a:off x="4892040" y="2926080"/>
            <a:ext cx="3840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5760" y="4828032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Drift-Sense  |  Navigation-Error Recovery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412480" y="4828032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F1060C71-C872-1994-5E83-87C1B74A7E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550" y="1069848"/>
            <a:ext cx="1553647" cy="155364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ADE45D9C-FA10-8070-F0DF-90CB650229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05926" y="1064443"/>
            <a:ext cx="1565910" cy="156591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324F0226-3152-1BBD-0AF9-F43893C9AF31}"/>
              </a:ext>
            </a:extLst>
          </p:cNvPr>
          <p:cNvSpPr txBox="1"/>
          <p:nvPr/>
        </p:nvSpPr>
        <p:spPr>
          <a:xfrm>
            <a:off x="1835234" y="731733"/>
            <a:ext cx="8998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</a:t>
            </a:r>
            <a:r>
              <a:rPr lang="en-IN" sz="1000" dirty="0"/>
              <a:t>Reference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EB5BE45-FD98-BCBF-D132-4253B5C03CA7}"/>
              </a:ext>
            </a:extLst>
          </p:cNvPr>
          <p:cNvSpPr txBox="1"/>
          <p:nvPr/>
        </p:nvSpPr>
        <p:spPr>
          <a:xfrm>
            <a:off x="6475587" y="675819"/>
            <a:ext cx="133829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SEARCH</a:t>
            </a:r>
            <a:endParaRPr lang="en-US" sz="105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407D33E0-DBDF-6160-2D01-52CD898F7B0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2689" y="1091565"/>
            <a:ext cx="1565910" cy="156591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9BCA890A-D3F2-4B2C-7779-0D7E2CCFBFC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84171" y="1102465"/>
            <a:ext cx="1548349" cy="1548349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47796275-266D-9843-6FF7-5B99D921C7D2}"/>
              </a:ext>
            </a:extLst>
          </p:cNvPr>
          <p:cNvSpPr txBox="1"/>
          <p:nvPr/>
        </p:nvSpPr>
        <p:spPr>
          <a:xfrm>
            <a:off x="1444570" y="2735114"/>
            <a:ext cx="177429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CLASSICAL TOP-20</a:t>
            </a:r>
            <a:endParaRPr lang="en-US" sz="1000" dirty="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CDB2BD92-1AF9-2E0C-5137-25B6A699D81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1550" y="3134149"/>
            <a:ext cx="1571230" cy="157123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49F60CFE-EAAE-B1E2-135E-E546B8539B0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18189" y="3142940"/>
            <a:ext cx="1553647" cy="1553647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A5626FE4-9347-E6C3-2934-091AF538B4D9}"/>
              </a:ext>
            </a:extLst>
          </p:cNvPr>
          <p:cNvSpPr txBox="1"/>
          <p:nvPr/>
        </p:nvSpPr>
        <p:spPr>
          <a:xfrm>
            <a:off x="6336610" y="2746939"/>
            <a:ext cx="177429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 FINAL RESULT</a:t>
            </a:r>
            <a:endParaRPr lang="en-US" sz="1000" dirty="0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79D1AE19-37FB-7E28-44E8-7AC5C6D38DD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87584" y="3111460"/>
            <a:ext cx="1546479" cy="1546479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AB7B795F-B9D4-9707-CBF0-F8463AD64D3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93786" y="3121640"/>
            <a:ext cx="1529118" cy="152911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Evidence — Success &amp; Honest Failure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13414" y="594360"/>
            <a:ext cx="4175705" cy="3886200"/>
          </a:xfrm>
          <a:prstGeom prst="roundRect">
            <a:avLst>
              <a:gd name="adj" fmla="val 1882"/>
            </a:avLst>
          </a:prstGeom>
          <a:solidFill>
            <a:srgbClr val="F0FDF4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594360"/>
            <a:ext cx="4114800" cy="365760"/>
          </a:xfrm>
          <a:prstGeom prst="rect">
            <a:avLst/>
          </a:prstGeom>
          <a:solidFill>
            <a:srgbClr val="159947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6400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 CASE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2318496"/>
            <a:ext cx="3637010" cy="5065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(easy / medium / hard)</a:t>
            </a:r>
            <a:r>
              <a:rPr lang="en-US" sz="1000" dirty="0"/>
              <a:t> </a:t>
            </a: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 and  red overlap Error 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594360"/>
            <a:ext cx="4114800" cy="3886200"/>
          </a:xfrm>
          <a:prstGeom prst="roundRect">
            <a:avLst>
              <a:gd name="adj" fmla="val 1882"/>
            </a:avLst>
          </a:prstGeom>
          <a:solidFill>
            <a:srgbClr val="FEF2F2"/>
          </a:solidFill>
          <a:ln/>
        </p:spPr>
      </p:sp>
      <p:sp>
        <p:nvSpPr>
          <p:cNvPr id="9" name="Shape 7"/>
          <p:cNvSpPr/>
          <p:nvPr/>
        </p:nvSpPr>
        <p:spPr>
          <a:xfrm>
            <a:off x="4754880" y="594360"/>
            <a:ext cx="4114800" cy="3657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0" y="6400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 FAILURE CASE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850729" y="1716467"/>
            <a:ext cx="3749040" cy="465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 (GT) and red (prediction)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 separated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65760" y="4828032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Drift-Sense  |  Navigation-Error Recovery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412480" y="4828032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8D6CC3A-2202-BE50-443D-785DB37421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029" y="1036367"/>
            <a:ext cx="1250382" cy="125038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E937187-C262-5D81-99E7-54CBBC9DA2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5024" y="1028359"/>
            <a:ext cx="1250382" cy="125038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D9D55B14-82C1-B593-496F-DC581A71A6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37372" y="1056835"/>
            <a:ext cx="1229914" cy="1229914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3D7BE916-6994-97B4-83A1-149598E1E31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75024" y="2875364"/>
            <a:ext cx="1245081" cy="1245081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A3CC45C5-171A-CD0F-D15D-0C79FACB480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29421" y="2875364"/>
            <a:ext cx="1250382" cy="1250382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DDC58E24-C38B-5AE2-129B-833AA7A5221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7346" y="2865905"/>
            <a:ext cx="1248362" cy="1248362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D7577509-B88B-29C3-A9AE-85FBE4D18BF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30620" y="1082478"/>
            <a:ext cx="1856319" cy="1856319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3AE2D8AA-FAC5-D2B5-C973-1EC535D6554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42518" y="2529315"/>
            <a:ext cx="1871583" cy="1841517"/>
          </a:xfrm>
          <a:prstGeom prst="rect">
            <a:avLst/>
          </a:prstGeom>
        </p:spPr>
      </p:pic>
      <p:sp>
        <p:nvSpPr>
          <p:cNvPr id="30" name="Text 9">
            <a:extLst>
              <a:ext uri="{FF2B5EF4-FFF2-40B4-BE49-F238E27FC236}">
                <a16:creationId xmlns:a16="http://schemas.microsoft.com/office/drawing/2014/main" id="{C5538F10-2062-E8D0-EFA7-9841D4FC29A9}"/>
              </a:ext>
            </a:extLst>
          </p:cNvPr>
          <p:cNvSpPr/>
          <p:nvPr/>
        </p:nvSpPr>
        <p:spPr>
          <a:xfrm>
            <a:off x="4029269" y="3368988"/>
            <a:ext cx="3749040" cy="465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 (GT) and red (prediction)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 separated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&amp; Feasibility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731520"/>
            <a:ext cx="109728" cy="45720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7315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Stack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291840" y="73152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3, OpenCV, PyTorch, NumPy, Pillow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325880"/>
            <a:ext cx="109728" cy="45720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3258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91840" y="132588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NVIDIA RTX 3050 4GB (CUDA) + standard CPU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1920240"/>
            <a:ext cx="109728" cy="45720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19202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Generation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291840" y="192024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Hundreds of pairs in minutes; full GT recorded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514600"/>
            <a:ext cx="109728" cy="45720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25146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Inference Time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291840" y="251460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20–70 ms per pair (classical or hybrid)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108960"/>
            <a:ext cx="109728" cy="45720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1089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Size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291840" y="310896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siamese_final_96.pt — lightweight (&lt; 10 MB)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3703320"/>
            <a:ext cx="109728" cy="45720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37033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Feasibility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291840" y="370332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on a laptop; single-command inference script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65760" y="4828032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Drift-Sense  |  Navigation-Error Recovery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412480" y="4828032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&amp; Video Link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8229600" cy="1234440"/>
          </a:xfrm>
          <a:prstGeom prst="roundRect">
            <a:avLst>
              <a:gd name="adj" fmla="val 5926"/>
            </a:avLst>
          </a:prstGeom>
          <a:solidFill>
            <a:srgbClr val="DBEAFE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91440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Repository (Mandatory)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23444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https://github.com/bandarigovardhan7390/DriftSense-Navigation-Error-Recovery/tree/main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Repository contains: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51460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README with complete setup instructions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Standalone dataset generator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Standalone inference script (scripts/inference.py) — outputs only x,y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Model weights (siamese_final_96.pt)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Training notes, math formulation, full source code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requirements.txt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4828032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Drift-Sense  |  Navigation-Error Recovery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412480" y="4828032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 (Sources of the Math)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Normalized Cross-Correlation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94183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[1]Lewis, J.P. (1995). Fast Normalized Cross-Correlation.  |  Gonzalez &amp; Woods, Digital Image Processing.  |  OpenCV                    TM_CCOEFF_NORMED.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Siamese Networks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67335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[2]Bromley et al. (1993/1994). Signature Verification using a “Siamese” Time Delay Neural Network.  |  Chopra, Hadsell, LeCun (2005). Learning a Similarity Metric Discriminatively.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1488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Ranking / Metric Learning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40487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[3]Margin ranking losses used in metric learning; similar spirit to FaceNet-style embedding losses (Schroff et al.).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8803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/ Semiconductor context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313639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[4]Secondary-electron edge brightening and shot-noise behaviour in SEM literature; wafer navigation and periodic-layout inspection practice.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36118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contribution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386791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[5]System design: exact 10× handling + Top-20 peaks + Siamese trained on hard periodic negatives + confidence rule + full transparency.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65760" y="4828032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Drift-Sense  |  Navigation-Error Recovery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412480" y="4828032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1162</Words>
  <Application>Microsoft Office PowerPoint</Application>
  <PresentationFormat>On-screen Show (16:9)</PresentationFormat>
  <Paragraphs>220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4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Drift-Sense: Navigation-Error Recovery</dc:title>
  <dc:subject>SEMICON / Applied Materials Hackathon Submission</dc:subject>
  <dc:creator>Drift-Sense Team</dc:creator>
  <cp:lastModifiedBy>akarapuchaithanya2005@gmail.com</cp:lastModifiedBy>
  <cp:revision>2</cp:revision>
  <dcterms:created xsi:type="dcterms:W3CDTF">2026-08-14T17:04:24Z</dcterms:created>
  <dcterms:modified xsi:type="dcterms:W3CDTF">2026-08-14T19:17:10Z</dcterms:modified>
</cp:coreProperties>
</file>